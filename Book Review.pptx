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Amatic SC"/>
      <p:regular r:id="rId16"/>
      <p:bold r:id="rId17"/>
    </p:embeddedFont>
    <p:embeddedFont>
      <p:font typeface="Anonymous Pro"/>
      <p:regular r:id="rId18"/>
      <p:bold r:id="rId19"/>
      <p:italic r:id="rId20"/>
      <p:boldItalic r:id="rId21"/>
    </p:embeddedFont>
    <p:embeddedFont>
      <p:font typeface="Source Code Pr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nonymousPro-italic.fntdata"/><Relationship Id="rId22" Type="http://schemas.openxmlformats.org/officeDocument/2006/relationships/font" Target="fonts/SourceCodePro-regular.fntdata"/><Relationship Id="rId21" Type="http://schemas.openxmlformats.org/officeDocument/2006/relationships/font" Target="fonts/AnonymousPro-boldItalic.fntdata"/><Relationship Id="rId24" Type="http://schemas.openxmlformats.org/officeDocument/2006/relationships/font" Target="fonts/SourceCodePro-italic.fntdata"/><Relationship Id="rId23" Type="http://schemas.openxmlformats.org/officeDocument/2006/relationships/font" Target="fonts/SourceCodePr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SourceCodePr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AmaticSC-bold.fntdata"/><Relationship Id="rId16" Type="http://schemas.openxmlformats.org/officeDocument/2006/relationships/font" Target="fonts/AmaticSC-regular.fntdata"/><Relationship Id="rId19" Type="http://schemas.openxmlformats.org/officeDocument/2006/relationships/font" Target="fonts/AnonymousPro-bold.fntdata"/><Relationship Id="rId18" Type="http://schemas.openxmlformats.org/officeDocument/2006/relationships/font" Target="fonts/AnonymousPr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2" name="Shape 52"/>
        <p:cNvGrpSpPr/>
        <p:nvPr/>
      </p:nvGrpSpPr>
      <p:grpSpPr>
        <a:xfrm>
          <a:off x="0" y="0"/>
          <a:ext cx="0" cy="0"/>
          <a:chOff x="0" y="0"/>
          <a:chExt cx="0" cy="0"/>
        </a:xfrm>
      </p:grpSpPr>
      <p:sp>
        <p:nvSpPr>
          <p:cNvPr id="53" name="Google Shape;53;g6329dec98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6329dec98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7" name="Shape 57"/>
        <p:cNvGrpSpPr/>
        <p:nvPr/>
      </p:nvGrpSpPr>
      <p:grpSpPr>
        <a:xfrm>
          <a:off x="0" y="0"/>
          <a:ext cx="0" cy="0"/>
          <a:chOff x="0" y="0"/>
          <a:chExt cx="0" cy="0"/>
        </a:xfrm>
      </p:grpSpPr>
      <p:sp>
        <p:nvSpPr>
          <p:cNvPr id="58" name="Google Shape;5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Dedicated title page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4" name="Shape 64"/>
        <p:cNvGrpSpPr/>
        <p:nvPr/>
      </p:nvGrpSpPr>
      <p:grpSpPr>
        <a:xfrm>
          <a:off x="0" y="0"/>
          <a:ext cx="0" cy="0"/>
          <a:chOff x="0" y="0"/>
          <a:chExt cx="0" cy="0"/>
        </a:xfrm>
      </p:grpSpPr>
      <p:sp>
        <p:nvSpPr>
          <p:cNvPr id="65" name="Google Shape;65;g630796e1b5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630796e1b5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Giver, a science fiction book by Lois Lowry, is about a boy named </a:t>
            </a:r>
            <a:r>
              <a:rPr lang="en"/>
              <a:t>Jonas who lives in a world without freedom, feelings, colors, or animals. Jonas decides to escape with a baby named Gabriel who keeps Jonas company. Their world is so strange and restricted that they don’t even know what an elephant is!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3" name="Shape 73"/>
        <p:cNvGrpSpPr/>
        <p:nvPr/>
      </p:nvGrpSpPr>
      <p:grpSpPr>
        <a:xfrm>
          <a:off x="0" y="0"/>
          <a:ext cx="0" cy="0"/>
          <a:chOff x="0" y="0"/>
          <a:chExt cx="0" cy="0"/>
        </a:xfrm>
      </p:grpSpPr>
      <p:sp>
        <p:nvSpPr>
          <p:cNvPr id="74" name="Google Shape;74;g630796e1b5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630796e1b5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main characters in The Giver are:</a:t>
            </a:r>
            <a:endParaRPr/>
          </a:p>
          <a:p>
            <a:pPr indent="0" lvl="0" marL="0" rtl="0" algn="l">
              <a:spcBef>
                <a:spcPts val="0"/>
              </a:spcBef>
              <a:spcAft>
                <a:spcPts val="0"/>
              </a:spcAft>
              <a:buNone/>
            </a:pPr>
            <a:r>
              <a:rPr lang="en"/>
              <a:t>Jonas</a:t>
            </a:r>
            <a:endParaRPr/>
          </a:p>
          <a:p>
            <a:pPr indent="0" lvl="0" marL="0" rtl="0" algn="l">
              <a:spcBef>
                <a:spcPts val="0"/>
              </a:spcBef>
              <a:spcAft>
                <a:spcPts val="0"/>
              </a:spcAft>
              <a:buNone/>
            </a:pPr>
            <a:r>
              <a:rPr lang="en"/>
              <a:t>The Giver</a:t>
            </a:r>
            <a:endParaRPr/>
          </a:p>
          <a:p>
            <a:pPr indent="0" lvl="0" marL="0" rtl="0" algn="l">
              <a:spcBef>
                <a:spcPts val="0"/>
              </a:spcBef>
              <a:spcAft>
                <a:spcPts val="0"/>
              </a:spcAft>
              <a:buNone/>
            </a:pPr>
            <a:r>
              <a:rPr lang="en"/>
              <a:t>Gabriel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 minor characters are</a:t>
            </a:r>
            <a:endParaRPr/>
          </a:p>
          <a:p>
            <a:pPr indent="0" lvl="0" marL="0" rtl="0" algn="l">
              <a:spcBef>
                <a:spcPts val="0"/>
              </a:spcBef>
              <a:spcAft>
                <a:spcPts val="0"/>
              </a:spcAft>
              <a:buNone/>
            </a:pPr>
            <a:r>
              <a:rPr lang="en"/>
              <a:t>The members of Jonas’ family unit</a:t>
            </a:r>
            <a:endParaRPr/>
          </a:p>
          <a:p>
            <a:pPr indent="0" lvl="0" marL="0" rtl="0" algn="l">
              <a:spcBef>
                <a:spcPts val="0"/>
              </a:spcBef>
              <a:spcAft>
                <a:spcPts val="0"/>
              </a:spcAft>
              <a:buNone/>
            </a:pPr>
            <a:r>
              <a:rPr lang="en"/>
              <a:t>Jonas’ friends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8" name="Shape 78"/>
        <p:cNvGrpSpPr/>
        <p:nvPr/>
      </p:nvGrpSpPr>
      <p:grpSpPr>
        <a:xfrm>
          <a:off x="0" y="0"/>
          <a:ext cx="0" cy="0"/>
          <a:chOff x="0" y="0"/>
          <a:chExt cx="0" cy="0"/>
        </a:xfrm>
      </p:grpSpPr>
      <p:sp>
        <p:nvSpPr>
          <p:cNvPr id="79" name="Google Shape;79;g630796e1b5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630796e1b5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Short story synopsis.</a:t>
            </a:r>
            <a:endParaRPr/>
          </a:p>
          <a:p>
            <a:pPr indent="0" lvl="0" marL="0" rtl="0" algn="l">
              <a:spcBef>
                <a:spcPts val="0"/>
              </a:spcBef>
              <a:spcAft>
                <a:spcPts val="0"/>
              </a:spcAft>
              <a:buNone/>
            </a:pPr>
            <a:r>
              <a:rPr lang="en"/>
              <a:t>Jonas, the protagonist in this story, lives in a world where there is no freedom. The government controls what job you get, who you marry, and they even decide whether or not they let you become a family unit! Jonas learns that there is another way to live, one that allows feelings, when he is selected to be the next person to hold all of the communities’ memories of wisdom.</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3" name="Shape 83"/>
        <p:cNvGrpSpPr/>
        <p:nvPr/>
      </p:nvGrpSpPr>
      <p:grpSpPr>
        <a:xfrm>
          <a:off x="0" y="0"/>
          <a:ext cx="0" cy="0"/>
          <a:chOff x="0" y="0"/>
          <a:chExt cx="0" cy="0"/>
        </a:xfrm>
      </p:grpSpPr>
      <p:sp>
        <p:nvSpPr>
          <p:cNvPr id="84" name="Google Shape;84;g630796e1b5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630796e1b5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other books in the Giver </a:t>
            </a:r>
            <a:r>
              <a:rPr lang="en"/>
              <a:t>Quartet</a:t>
            </a:r>
            <a:r>
              <a:rPr lang="en"/>
              <a:t> series are:</a:t>
            </a:r>
            <a:endParaRPr/>
          </a:p>
          <a:p>
            <a:pPr indent="0" lvl="0" marL="0" rtl="0" algn="l">
              <a:spcBef>
                <a:spcPts val="0"/>
              </a:spcBef>
              <a:spcAft>
                <a:spcPts val="0"/>
              </a:spcAft>
              <a:buNone/>
            </a:pPr>
            <a:r>
              <a:rPr lang="en"/>
              <a:t>Gathering Blue</a:t>
            </a:r>
            <a:endParaRPr/>
          </a:p>
          <a:p>
            <a:pPr indent="0" lvl="0" marL="0" rtl="0" algn="l">
              <a:spcBef>
                <a:spcPts val="0"/>
              </a:spcBef>
              <a:spcAft>
                <a:spcPts val="0"/>
              </a:spcAft>
              <a:buNone/>
            </a:pPr>
            <a:r>
              <a:rPr lang="en"/>
              <a:t>Messenger</a:t>
            </a:r>
            <a:endParaRPr/>
          </a:p>
          <a:p>
            <a:pPr indent="0" lvl="0" marL="0" rtl="0" algn="l">
              <a:spcBef>
                <a:spcPts val="0"/>
              </a:spcBef>
              <a:spcAft>
                <a:spcPts val="0"/>
              </a:spcAft>
              <a:buNone/>
            </a:pPr>
            <a:r>
              <a:rPr lang="en"/>
              <a:t>Son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have also included a picture of the cover of The Giver, </a:t>
            </a:r>
            <a:r>
              <a:rPr lang="en"/>
              <a:t>quartet</a:t>
            </a:r>
            <a:r>
              <a:rPr lang="en"/>
              <a:t> edition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3" name="Shape 93"/>
        <p:cNvGrpSpPr/>
        <p:nvPr/>
      </p:nvGrpSpPr>
      <p:grpSpPr>
        <a:xfrm>
          <a:off x="0" y="0"/>
          <a:ext cx="0" cy="0"/>
          <a:chOff x="0" y="0"/>
          <a:chExt cx="0" cy="0"/>
        </a:xfrm>
      </p:grpSpPr>
      <p:sp>
        <p:nvSpPr>
          <p:cNvPr id="94" name="Google Shape;94;g630796e1b5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630796e1b5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slide with the image in a shape.</a:t>
            </a:r>
            <a:endParaRPr/>
          </a:p>
          <a:p>
            <a:pPr indent="0" lvl="0" marL="0" rtl="0" algn="l">
              <a:spcBef>
                <a:spcPts val="0"/>
              </a:spcBef>
              <a:spcAft>
                <a:spcPts val="0"/>
              </a:spcAft>
              <a:buNone/>
            </a:pPr>
            <a:r>
              <a:rPr lang="en"/>
              <a:t>Lois Lowry is a children’s writer, and has won numerous Newbery Honor Awards on many of her books, including The Giver and Number the Stars. She has also written many picture book series, including Gooney Bird and Anastasia.</a:t>
            </a:r>
            <a:endParaRPr/>
          </a:p>
          <a:p>
            <a:pPr indent="0" lvl="0" marL="0" rtl="0" algn="l">
              <a:spcBef>
                <a:spcPts val="0"/>
              </a:spcBef>
              <a:spcAft>
                <a:spcPts val="0"/>
              </a:spcAft>
              <a:buNone/>
            </a:pPr>
            <a:r>
              <a:rPr lang="en"/>
              <a:t>Click to show the cover of Number the Stars.</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2" name="Shape 102"/>
        <p:cNvGrpSpPr/>
        <p:nvPr/>
      </p:nvGrpSpPr>
      <p:grpSpPr>
        <a:xfrm>
          <a:off x="0" y="0"/>
          <a:ext cx="0" cy="0"/>
          <a:chOff x="0" y="0"/>
          <a:chExt cx="0" cy="0"/>
        </a:xfrm>
      </p:grpSpPr>
      <p:sp>
        <p:nvSpPr>
          <p:cNvPr id="103" name="Google Shape;103;g630796e1b5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630796e1b5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Sales info and Historical Proceeds are </a:t>
            </a:r>
            <a:r>
              <a:rPr lang="en"/>
              <a:t>unavailable</a:t>
            </a:r>
            <a:r>
              <a:rPr lang="en"/>
              <a:t> for this book.</a:t>
            </a:r>
            <a:endParaRPr/>
          </a:p>
          <a:p>
            <a:pPr indent="0" lvl="0" marL="0" rtl="0" algn="l">
              <a:spcBef>
                <a:spcPts val="0"/>
              </a:spcBef>
              <a:spcAft>
                <a:spcPts val="0"/>
              </a:spcAft>
              <a:buNone/>
            </a:pPr>
            <a:r>
              <a:rPr lang="en"/>
              <a:t>Pricing: new - $15.99 old - $9.99</a:t>
            </a:r>
            <a:endParaRPr/>
          </a:p>
          <a:p>
            <a:pPr indent="0" lvl="0" marL="0" rtl="0" algn="l">
              <a:spcBef>
                <a:spcPts val="0"/>
              </a:spcBef>
              <a:spcAft>
                <a:spcPts val="0"/>
              </a:spcAft>
              <a:buNone/>
            </a:pPr>
            <a:r>
              <a:rPr lang="en"/>
              <a:t>Recomend age for book: 12+</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9" name="Shape 109"/>
        <p:cNvGrpSpPr/>
        <p:nvPr/>
      </p:nvGrpSpPr>
      <p:grpSpPr>
        <a:xfrm>
          <a:off x="0" y="0"/>
          <a:ext cx="0" cy="0"/>
          <a:chOff x="0" y="0"/>
          <a:chExt cx="0" cy="0"/>
        </a:xfrm>
      </p:grpSpPr>
      <p:sp>
        <p:nvSpPr>
          <p:cNvPr id="110" name="Google Shape;110;g631db31b0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631db31b0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 for listening!</a:t>
            </a:r>
            <a:endParaRPr/>
          </a:p>
          <a:p>
            <a:pPr indent="0" lvl="0" marL="0" rtl="0" algn="l">
              <a:spcBef>
                <a:spcPts val="0"/>
              </a:spcBef>
              <a:spcAft>
                <a:spcPts val="0"/>
              </a:spcAft>
              <a:buNone/>
            </a:pPr>
            <a:r>
              <a:rPr lang="en"/>
              <a:t>Answer questions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5" name="Shape 115"/>
        <p:cNvGrpSpPr/>
        <p:nvPr/>
      </p:nvGrpSpPr>
      <p:grpSpPr>
        <a:xfrm>
          <a:off x="0" y="0"/>
          <a:ext cx="0" cy="0"/>
          <a:chOff x="0" y="0"/>
          <a:chExt cx="0" cy="0"/>
        </a:xfrm>
      </p:grpSpPr>
      <p:sp>
        <p:nvSpPr>
          <p:cNvPr id="116" name="Google Shape;116;g6329dec98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6329dec98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bg>
      <p:bgPr>
        <a:solidFill>
          <a:schemeClr val="accent4"/>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1600"/>
              </a:spcBef>
              <a:spcAft>
                <a:spcPts val="0"/>
              </a:spcAft>
              <a:buClr>
                <a:schemeClr val="accent1"/>
              </a:buClr>
              <a:buSzPts val="1400"/>
              <a:buChar char="○"/>
              <a:defRPr>
                <a:solidFill>
                  <a:schemeClr val="accent1"/>
                </a:solidFill>
                <a:highlight>
                  <a:schemeClr val="lt1"/>
                </a:highlight>
              </a:defRPr>
            </a:lvl2pPr>
            <a:lvl3pPr indent="-317500" lvl="2" marL="1371600">
              <a:spcBef>
                <a:spcPts val="1600"/>
              </a:spcBef>
              <a:spcAft>
                <a:spcPts val="0"/>
              </a:spcAft>
              <a:buClr>
                <a:schemeClr val="accent1"/>
              </a:buClr>
              <a:buSzPts val="1400"/>
              <a:buChar char="■"/>
              <a:defRPr>
                <a:solidFill>
                  <a:schemeClr val="accent1"/>
                </a:solidFill>
                <a:highlight>
                  <a:schemeClr val="lt1"/>
                </a:highlight>
              </a:defRPr>
            </a:lvl3pPr>
            <a:lvl4pPr indent="-317500" lvl="3" marL="1828800">
              <a:spcBef>
                <a:spcPts val="1600"/>
              </a:spcBef>
              <a:spcAft>
                <a:spcPts val="0"/>
              </a:spcAft>
              <a:buClr>
                <a:schemeClr val="accent1"/>
              </a:buClr>
              <a:buSzPts val="1400"/>
              <a:buChar char="●"/>
              <a:defRPr>
                <a:solidFill>
                  <a:schemeClr val="accent1"/>
                </a:solidFill>
                <a:highlight>
                  <a:schemeClr val="lt1"/>
                </a:highlight>
              </a:defRPr>
            </a:lvl4pPr>
            <a:lvl5pPr indent="-317500" lvl="4" marL="2286000">
              <a:spcBef>
                <a:spcPts val="1600"/>
              </a:spcBef>
              <a:spcAft>
                <a:spcPts val="0"/>
              </a:spcAft>
              <a:buClr>
                <a:schemeClr val="accent1"/>
              </a:buClr>
              <a:buSzPts val="1400"/>
              <a:buChar char="○"/>
              <a:defRPr>
                <a:solidFill>
                  <a:schemeClr val="accent1"/>
                </a:solidFill>
                <a:highlight>
                  <a:schemeClr val="lt1"/>
                </a:highlight>
              </a:defRPr>
            </a:lvl5pPr>
            <a:lvl6pPr indent="-317500" lvl="5" marL="2743200">
              <a:spcBef>
                <a:spcPts val="1600"/>
              </a:spcBef>
              <a:spcAft>
                <a:spcPts val="0"/>
              </a:spcAft>
              <a:buClr>
                <a:schemeClr val="accent1"/>
              </a:buClr>
              <a:buSzPts val="1400"/>
              <a:buChar char="■"/>
              <a:defRPr>
                <a:solidFill>
                  <a:schemeClr val="accent1"/>
                </a:solidFill>
                <a:highlight>
                  <a:schemeClr val="lt1"/>
                </a:highlight>
              </a:defRPr>
            </a:lvl6pPr>
            <a:lvl7pPr indent="-317500" lvl="6" marL="3200400">
              <a:spcBef>
                <a:spcPts val="1600"/>
              </a:spcBef>
              <a:spcAft>
                <a:spcPts val="0"/>
              </a:spcAft>
              <a:buClr>
                <a:schemeClr val="accent1"/>
              </a:buClr>
              <a:buSzPts val="1400"/>
              <a:buChar char="●"/>
              <a:defRPr>
                <a:solidFill>
                  <a:schemeClr val="accent1"/>
                </a:solidFill>
                <a:highlight>
                  <a:schemeClr val="lt1"/>
                </a:highlight>
              </a:defRPr>
            </a:lvl7pPr>
            <a:lvl8pPr indent="-317500" lvl="7" marL="3657600">
              <a:spcBef>
                <a:spcPts val="1600"/>
              </a:spcBef>
              <a:spcAft>
                <a:spcPts val="0"/>
              </a:spcAft>
              <a:buClr>
                <a:schemeClr val="accent1"/>
              </a:buClr>
              <a:buSzPts val="1400"/>
              <a:buChar char="○"/>
              <a:defRPr>
                <a:solidFill>
                  <a:schemeClr val="accent1"/>
                </a:solidFill>
                <a:highlight>
                  <a:schemeClr val="lt1"/>
                </a:highlight>
              </a:defRPr>
            </a:lvl8pPr>
            <a:lvl9pPr indent="-317500" lvl="8" marL="4114800">
              <a:spcBef>
                <a:spcPts val="1600"/>
              </a:spcBef>
              <a:spcAft>
                <a:spcPts val="160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160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160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160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160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160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160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160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1600"/>
              </a:spcBef>
              <a:spcAft>
                <a:spcPts val="160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1600"/>
              </a:spcBef>
              <a:spcAft>
                <a:spcPts val="160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image" Target="../media/image9.jpg"/><Relationship Id="rId5" Type="http://schemas.openxmlformats.org/officeDocument/2006/relationships/image" Target="../media/image3.jpg"/><Relationship Id="rId6" Type="http://schemas.openxmlformats.org/officeDocument/2006/relationships/image" Target="../media/image6.jpg"/><Relationship Id="rId7"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5" name="Shape 55"/>
        <p:cNvGrpSpPr/>
        <p:nvPr/>
      </p:nvGrpSpPr>
      <p:grpSpPr>
        <a:xfrm>
          <a:off x="0" y="0"/>
          <a:ext cx="0" cy="0"/>
          <a:chOff x="0" y="0"/>
          <a:chExt cx="0" cy="0"/>
        </a:xfrm>
      </p:grpSpPr>
      <p:sp>
        <p:nvSpPr>
          <p:cNvPr id="56" name="Google Shape;56;p13"/>
          <p:cNvSpPr txBox="1"/>
          <p:nvPr>
            <p:ph type="title"/>
          </p:nvPr>
        </p:nvSpPr>
        <p:spPr>
          <a:xfrm>
            <a:off x="2802750" y="802500"/>
            <a:ext cx="3538500" cy="3538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Click to Start Presentation</a:t>
            </a:r>
            <a:endParaRPr/>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0" name="Shape 60"/>
        <p:cNvGrpSpPr/>
        <p:nvPr/>
      </p:nvGrpSpPr>
      <p:grpSpPr>
        <a:xfrm>
          <a:off x="0" y="0"/>
          <a:ext cx="0" cy="0"/>
          <a:chOff x="0" y="0"/>
          <a:chExt cx="0" cy="0"/>
        </a:xfrm>
      </p:grpSpPr>
      <p:sp>
        <p:nvSpPr>
          <p:cNvPr id="61" name="Google Shape;61;p14"/>
          <p:cNvSpPr txBox="1"/>
          <p:nvPr>
            <p:ph type="ctrTitle"/>
          </p:nvPr>
        </p:nvSpPr>
        <p:spPr>
          <a:xfrm>
            <a:off x="311700" y="392150"/>
            <a:ext cx="8520600" cy="2690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The Giver</a:t>
            </a:r>
            <a:endParaRPr/>
          </a:p>
        </p:txBody>
      </p:sp>
      <p:sp>
        <p:nvSpPr>
          <p:cNvPr id="62" name="Google Shape;62;p14"/>
          <p:cNvSpPr txBox="1"/>
          <p:nvPr>
            <p:ph idx="1" type="subTitle"/>
          </p:nvPr>
        </p:nvSpPr>
        <p:spPr>
          <a:xfrm>
            <a:off x="311700" y="3890400"/>
            <a:ext cx="8520600" cy="70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By Lois Lowry</a:t>
            </a:r>
            <a:endParaRPr/>
          </a:p>
        </p:txBody>
      </p:sp>
      <p:pic>
        <p:nvPicPr>
          <p:cNvPr id="63" name="Google Shape;63;p14"/>
          <p:cNvPicPr preferRelativeResize="0"/>
          <p:nvPr/>
        </p:nvPicPr>
        <p:blipFill>
          <a:blip r:embed="rId3">
            <a:alphaModFix/>
          </a:blip>
          <a:stretch>
            <a:fillRect/>
          </a:stretch>
        </p:blipFill>
        <p:spPr>
          <a:xfrm>
            <a:off x="6696102" y="271025"/>
            <a:ext cx="1985100" cy="2811525"/>
          </a:xfrm>
          <a:prstGeom prst="rect">
            <a:avLst/>
          </a:prstGeom>
          <a:noFill/>
          <a:ln>
            <a:noFill/>
          </a:ln>
        </p:spPr>
      </p:pic>
    </p:spTree>
  </p:cSld>
  <p:clrMapOvr>
    <a:masterClrMapping/>
  </p:clrMapOvr>
  <mc:AlternateContent>
    <mc:Choice Requires="p14">
      <p:transition spd="slow" p14:dur="10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1"/>
                                        </p:tgtEl>
                                        <p:attrNameLst>
                                          <p:attrName>style.visibility</p:attrName>
                                        </p:attrNameLst>
                                      </p:cBhvr>
                                      <p:to>
                                        <p:strVal val="visible"/>
                                      </p:to>
                                    </p:set>
                                    <p:animEffect filter="fade" transition="in">
                                      <p:cBhvr>
                                        <p:cTn dur="1000"/>
                                        <p:tgtEl>
                                          <p:spTgt spid="61"/>
                                        </p:tgtEl>
                                      </p:cBhvr>
                                    </p:animEffect>
                                  </p:childTnLst>
                                </p:cTn>
                              </p:par>
                              <p:par>
                                <p:cTn fill="hold" nodeType="withEffect" presetClass="entr" presetID="2" presetSubtype="4">
                                  <p:stCondLst>
                                    <p:cond delay="0"/>
                                  </p:stCondLst>
                                  <p:childTnLst>
                                    <p:set>
                                      <p:cBhvr>
                                        <p:cTn dur="1" fill="hold">
                                          <p:stCondLst>
                                            <p:cond delay="0"/>
                                          </p:stCondLst>
                                        </p:cTn>
                                        <p:tgtEl>
                                          <p:spTgt spid="62"/>
                                        </p:tgtEl>
                                        <p:attrNameLst>
                                          <p:attrName>style.visibility</p:attrName>
                                        </p:attrNameLst>
                                      </p:cBhvr>
                                      <p:to>
                                        <p:strVal val="visible"/>
                                      </p:to>
                                    </p:set>
                                    <p:anim calcmode="lin" valueType="num">
                                      <p:cBhvr additive="base">
                                        <p:cTn dur="1000"/>
                                        <p:tgtEl>
                                          <p:spTgt spid="62"/>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63"/>
                                        </p:tgtEl>
                                        <p:attrNameLst>
                                          <p:attrName>style.visibility</p:attrName>
                                        </p:attrNameLst>
                                      </p:cBhvr>
                                      <p:to>
                                        <p:strVal val="visible"/>
                                      </p:to>
                                    </p:set>
                                    <p:anim calcmode="lin" valueType="num">
                                      <p:cBhvr additive="base">
                                        <p:cTn dur="1000"/>
                                        <p:tgtEl>
                                          <p:spTgt spid="63"/>
                                        </p:tgtEl>
                                        <p:attrNameLst>
                                          <p:attrName>ppt_w</p:attrName>
                                        </p:attrNameLst>
                                      </p:cBhvr>
                                      <p:tavLst>
                                        <p:tav fmla="" tm="0">
                                          <p:val>
                                            <p:strVal val="0"/>
                                          </p:val>
                                        </p:tav>
                                        <p:tav fmla="" tm="100000">
                                          <p:val>
                                            <p:strVal val="#ppt_w"/>
                                          </p:val>
                                        </p:tav>
                                      </p:tavLst>
                                    </p:anim>
                                    <p:anim calcmode="lin" valueType="num">
                                      <p:cBhvr additive="base">
                                        <p:cTn dur="1000"/>
                                        <p:tgtEl>
                                          <p:spTgt spid="6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7" name="Shape 67"/>
        <p:cNvGrpSpPr/>
        <p:nvPr/>
      </p:nvGrpSpPr>
      <p:grpSpPr>
        <a:xfrm>
          <a:off x="0" y="0"/>
          <a:ext cx="0" cy="0"/>
          <a:chOff x="0" y="0"/>
          <a:chExt cx="0" cy="0"/>
        </a:xfrm>
      </p:grpSpPr>
      <p:sp>
        <p:nvSpPr>
          <p:cNvPr id="68" name="Google Shape;68;p15"/>
          <p:cNvSpPr txBox="1"/>
          <p:nvPr>
            <p:ph type="title"/>
          </p:nvPr>
        </p:nvSpPr>
        <p:spPr>
          <a:xfrm>
            <a:off x="265500" y="1081400"/>
            <a:ext cx="4045200" cy="1710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The Giver</a:t>
            </a:r>
            <a:endParaRPr/>
          </a:p>
        </p:txBody>
      </p:sp>
      <p:sp>
        <p:nvSpPr>
          <p:cNvPr id="69" name="Google Shape;69;p15"/>
          <p:cNvSpPr txBox="1"/>
          <p:nvPr>
            <p:ph idx="1" type="subTitle"/>
          </p:nvPr>
        </p:nvSpPr>
        <p:spPr>
          <a:xfrm>
            <a:off x="265500" y="2845223"/>
            <a:ext cx="4045200" cy="134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By Lois Lowry</a:t>
            </a:r>
            <a:endParaRPr/>
          </a:p>
        </p:txBody>
      </p:sp>
      <p:sp>
        <p:nvSpPr>
          <p:cNvPr id="70" name="Google Shape;70;p15"/>
          <p:cNvSpPr txBox="1"/>
          <p:nvPr>
            <p:ph idx="2" type="body"/>
          </p:nvPr>
        </p:nvSpPr>
        <p:spPr>
          <a:xfrm>
            <a:off x="4939500" y="18822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Jonas lives in a world without freedom, feelings, colors, or animals. Jonas decides to escape with a baby named Gabriel who keeps Jonas company.</a:t>
            </a:r>
            <a:endParaRPr/>
          </a:p>
          <a:p>
            <a:pPr indent="0" lvl="0" marL="0" rtl="0" algn="l">
              <a:spcBef>
                <a:spcPts val="1600"/>
              </a:spcBef>
              <a:spcAft>
                <a:spcPts val="1600"/>
              </a:spcAft>
              <a:buNone/>
            </a:pPr>
            <a:r>
              <a:rPr lang="en"/>
              <a:t>Genre:                Sci-Fi</a:t>
            </a:r>
            <a:endParaRPr/>
          </a:p>
        </p:txBody>
      </p:sp>
      <p:pic>
        <p:nvPicPr>
          <p:cNvPr id="71" name="Google Shape;71;p15"/>
          <p:cNvPicPr preferRelativeResize="0"/>
          <p:nvPr/>
        </p:nvPicPr>
        <p:blipFill>
          <a:blip r:embed="rId3">
            <a:alphaModFix/>
          </a:blip>
          <a:stretch>
            <a:fillRect/>
          </a:stretch>
        </p:blipFill>
        <p:spPr>
          <a:xfrm>
            <a:off x="6280050" y="2571750"/>
            <a:ext cx="2496451" cy="2496451"/>
          </a:xfrm>
          <a:prstGeom prst="rect">
            <a:avLst/>
          </a:prstGeom>
          <a:noFill/>
          <a:ln>
            <a:noFill/>
          </a:ln>
        </p:spPr>
      </p:pic>
      <p:pic>
        <p:nvPicPr>
          <p:cNvPr id="72" name="Google Shape;72;p15"/>
          <p:cNvPicPr preferRelativeResize="0"/>
          <p:nvPr/>
        </p:nvPicPr>
        <p:blipFill>
          <a:blip r:embed="rId4">
            <a:alphaModFix/>
          </a:blip>
          <a:stretch>
            <a:fillRect/>
          </a:stretch>
        </p:blipFill>
        <p:spPr>
          <a:xfrm>
            <a:off x="6280050" y="3136100"/>
            <a:ext cx="2496450" cy="1527825"/>
          </a:xfrm>
          <a:prstGeom prst="rect">
            <a:avLst/>
          </a:prstGeom>
          <a:noFill/>
          <a:ln>
            <a:noFill/>
          </a:ln>
        </p:spPr>
      </p:pic>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70"/>
                                        </p:tgtEl>
                                        <p:attrNameLst>
                                          <p:attrName>style.visibility</p:attrName>
                                        </p:attrNameLst>
                                      </p:cBhvr>
                                      <p:to>
                                        <p:strVal val="visible"/>
                                      </p:to>
                                    </p:set>
                                    <p:anim calcmode="lin" valueType="num">
                                      <p:cBhvr additive="base">
                                        <p:cTn dur="1000"/>
                                        <p:tgtEl>
                                          <p:spTgt spid="70"/>
                                        </p:tgtEl>
                                        <p:attrNameLst>
                                          <p:attrName>ppt_w</p:attrName>
                                        </p:attrNameLst>
                                      </p:cBhvr>
                                      <p:tavLst>
                                        <p:tav fmla="" tm="0">
                                          <p:val>
                                            <p:strVal val="0"/>
                                          </p:val>
                                        </p:tav>
                                        <p:tav fmla="" tm="100000">
                                          <p:val>
                                            <p:strVal val="#ppt_w"/>
                                          </p:val>
                                        </p:tav>
                                      </p:tavLst>
                                    </p:anim>
                                    <p:anim calcmode="lin" valueType="num">
                                      <p:cBhvr additive="base">
                                        <p:cTn dur="1000"/>
                                        <p:tgtEl>
                                          <p:spTgt spid="70"/>
                                        </p:tgtEl>
                                        <p:attrNameLst>
                                          <p:attrName>ppt_h</p:attrName>
                                        </p:attrNameLst>
                                      </p:cBhvr>
                                      <p:tavLst>
                                        <p:tav fmla="" tm="0">
                                          <p:val>
                                            <p:strVal val="0"/>
                                          </p:val>
                                        </p:tav>
                                        <p:tav fmla="" tm="100000">
                                          <p:val>
                                            <p:strVal val="#ppt_h"/>
                                          </p:val>
                                        </p:tav>
                                      </p:tavLst>
                                    </p:anim>
                                  </p:childTnLst>
                                </p:cTn>
                              </p:par>
                              <p:par>
                                <p:cTn fill="hold" nodeType="withEffect" presetClass="emph" presetID="8" presetSubtype="0">
                                  <p:stCondLst>
                                    <p:cond delay="0"/>
                                  </p:stCondLst>
                                  <p:childTnLst>
                                    <p:animRot by="-21600000">
                                      <p:cBhvr>
                                        <p:cTn dur="1000" fill="hold"/>
                                        <p:tgtEl>
                                          <p:spTgt spid="70"/>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2"/>
                                        </p:tgtEl>
                                        <p:attrNameLst>
                                          <p:attrName>style.visibility</p:attrName>
                                        </p:attrNameLst>
                                      </p:cBhvr>
                                      <p:to>
                                        <p:strVal val="visible"/>
                                      </p:to>
                                    </p:set>
                                    <p:anim calcmode="lin" valueType="num">
                                      <p:cBhvr additive="base">
                                        <p:cTn dur="500"/>
                                        <p:tgtEl>
                                          <p:spTgt spid="7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1000"/>
                                        <p:tgtEl>
                                          <p:spTgt spid="72"/>
                                        </p:tgtEl>
                                        <p:attrNameLst>
                                          <p:attrName>ppt_y</p:attrName>
                                        </p:attrNameLst>
                                      </p:cBhvr>
                                      <p:tavLst>
                                        <p:tav fmla="" tm="0">
                                          <p:val>
                                            <p:strVal val="#ppt_y"/>
                                          </p:val>
                                        </p:tav>
                                        <p:tav fmla="" tm="100000">
                                          <p:val>
                                            <p:strVal val="#ppt_y+1"/>
                                          </p:val>
                                        </p:tav>
                                      </p:tavLst>
                                    </p:anim>
                                    <p:set>
                                      <p:cBhvr>
                                        <p:cTn dur="1" fill="hold">
                                          <p:stCondLst>
                                            <p:cond delay="1000"/>
                                          </p:stCondLst>
                                        </p:cTn>
                                        <p:tgtEl>
                                          <p:spTgt spid="72"/>
                                        </p:tgtEl>
                                        <p:attrNameLst>
                                          <p:attrName>style.visibility</p:attrName>
                                        </p:attrNameLst>
                                      </p:cBhvr>
                                      <p:to>
                                        <p:strVal val="hidden"/>
                                      </p:to>
                                    </p:set>
                                  </p:childTnLst>
                                </p:cTn>
                              </p:par>
                              <p:par>
                                <p:cTn fill="hold" nodeType="withEffect" presetClass="entr" presetID="2" presetSubtype="4">
                                  <p:stCondLst>
                                    <p:cond delay="0"/>
                                  </p:stCondLst>
                                  <p:childTnLst>
                                    <p:set>
                                      <p:cBhvr>
                                        <p:cTn dur="1" fill="hold">
                                          <p:stCondLst>
                                            <p:cond delay="0"/>
                                          </p:stCondLst>
                                        </p:cTn>
                                        <p:tgtEl>
                                          <p:spTgt spid="71"/>
                                        </p:tgtEl>
                                        <p:attrNameLst>
                                          <p:attrName>style.visibility</p:attrName>
                                        </p:attrNameLst>
                                      </p:cBhvr>
                                      <p:to>
                                        <p:strVal val="visible"/>
                                      </p:to>
                                    </p:set>
                                    <p:anim calcmode="lin" valueType="num">
                                      <p:cBhvr additive="base">
                                        <p:cTn dur="1000"/>
                                        <p:tgtEl>
                                          <p:spTgt spid="7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6" name="Shape 76"/>
        <p:cNvGrpSpPr/>
        <p:nvPr/>
      </p:nvGrpSpPr>
      <p:grpSpPr>
        <a:xfrm>
          <a:off x="0" y="0"/>
          <a:ext cx="0" cy="0"/>
          <a:chOff x="0" y="0"/>
          <a:chExt cx="0" cy="0"/>
        </a:xfrm>
      </p:grpSpPr>
      <p:sp>
        <p:nvSpPr>
          <p:cNvPr id="77" name="Google Shape;77;p16"/>
          <p:cNvSpPr txBox="1"/>
          <p:nvPr>
            <p:ph type="title"/>
          </p:nvPr>
        </p:nvSpPr>
        <p:spPr>
          <a:xfrm>
            <a:off x="2807208" y="347472"/>
            <a:ext cx="3630300" cy="4544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600"/>
              <a:t>Main Characters</a:t>
            </a:r>
            <a:endParaRPr sz="3600"/>
          </a:p>
          <a:p>
            <a:pPr indent="0" lvl="0" marL="0" rtl="0" algn="ctr">
              <a:spcBef>
                <a:spcPts val="0"/>
              </a:spcBef>
              <a:spcAft>
                <a:spcPts val="0"/>
              </a:spcAft>
              <a:buNone/>
            </a:pPr>
            <a:r>
              <a:rPr lang="en" sz="2400"/>
              <a:t>Jonas</a:t>
            </a:r>
            <a:endParaRPr sz="2400"/>
          </a:p>
          <a:p>
            <a:pPr indent="0" lvl="0" marL="0" rtl="0" algn="ctr">
              <a:spcBef>
                <a:spcPts val="0"/>
              </a:spcBef>
              <a:spcAft>
                <a:spcPts val="0"/>
              </a:spcAft>
              <a:buNone/>
            </a:pPr>
            <a:r>
              <a:rPr lang="en" sz="2400"/>
              <a:t>The Giver</a:t>
            </a:r>
            <a:endParaRPr sz="2400"/>
          </a:p>
          <a:p>
            <a:pPr indent="0" lvl="0" marL="0" rtl="0" algn="ctr">
              <a:spcBef>
                <a:spcPts val="0"/>
              </a:spcBef>
              <a:spcAft>
                <a:spcPts val="0"/>
              </a:spcAft>
              <a:buNone/>
            </a:pPr>
            <a:r>
              <a:rPr lang="en" sz="2400"/>
              <a:t>Gabriel</a:t>
            </a:r>
            <a:endParaRPr sz="2400"/>
          </a:p>
          <a:p>
            <a:pPr indent="0" lvl="0" marL="0" rtl="0" algn="ctr">
              <a:spcBef>
                <a:spcPts val="0"/>
              </a:spcBef>
              <a:spcAft>
                <a:spcPts val="0"/>
              </a:spcAft>
              <a:buNone/>
            </a:pPr>
            <a:r>
              <a:rPr lang="en" sz="3600"/>
              <a:t>Side Characters</a:t>
            </a:r>
            <a:endParaRPr sz="3600"/>
          </a:p>
          <a:p>
            <a:pPr indent="0" lvl="0" marL="0" rtl="0" algn="ctr">
              <a:spcBef>
                <a:spcPts val="0"/>
              </a:spcBef>
              <a:spcAft>
                <a:spcPts val="0"/>
              </a:spcAft>
              <a:buNone/>
            </a:pPr>
            <a:r>
              <a:rPr lang="en" sz="2400"/>
              <a:t>Lily</a:t>
            </a:r>
            <a:endParaRPr sz="2400"/>
          </a:p>
          <a:p>
            <a:pPr indent="0" lvl="0" marL="0" rtl="0" algn="ctr">
              <a:spcBef>
                <a:spcPts val="0"/>
              </a:spcBef>
              <a:spcAft>
                <a:spcPts val="0"/>
              </a:spcAft>
              <a:buNone/>
            </a:pPr>
            <a:r>
              <a:rPr lang="en" sz="2400"/>
              <a:t>Mother</a:t>
            </a:r>
            <a:endParaRPr sz="2400"/>
          </a:p>
          <a:p>
            <a:pPr indent="0" lvl="0" marL="0" rtl="0" algn="ctr">
              <a:spcBef>
                <a:spcPts val="0"/>
              </a:spcBef>
              <a:spcAft>
                <a:spcPts val="0"/>
              </a:spcAft>
              <a:buNone/>
            </a:pPr>
            <a:r>
              <a:rPr lang="en" sz="2400"/>
              <a:t>Father</a:t>
            </a:r>
            <a:endParaRPr sz="2400"/>
          </a:p>
          <a:p>
            <a:pPr indent="0" lvl="0" marL="0" rtl="0" algn="ctr">
              <a:spcBef>
                <a:spcPts val="0"/>
              </a:spcBef>
              <a:spcAft>
                <a:spcPts val="0"/>
              </a:spcAft>
              <a:buNone/>
            </a:pPr>
            <a:r>
              <a:rPr lang="en" sz="2400"/>
              <a:t>Fiona</a:t>
            </a:r>
            <a:endParaRPr sz="2400"/>
          </a:p>
          <a:p>
            <a:pPr indent="0" lvl="0" marL="0" rtl="0" algn="ctr">
              <a:spcBef>
                <a:spcPts val="0"/>
              </a:spcBef>
              <a:spcAft>
                <a:spcPts val="0"/>
              </a:spcAft>
              <a:buNone/>
            </a:pPr>
            <a:r>
              <a:rPr lang="en" sz="2400"/>
              <a:t>asher</a:t>
            </a:r>
            <a:endParaRPr sz="2400"/>
          </a:p>
        </p:txBody>
      </p:sp>
    </p:spTree>
  </p:cSld>
  <p:clrMapOvr>
    <a:masterClrMapping/>
  </p:clrMapOvr>
  <mc:AlternateContent>
    <mc:Choice Requires="p14">
      <p:transition spd="slow" p14:dur="10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77"/>
                                        </p:tgtEl>
                                        <p:attrNameLst>
                                          <p:attrName>style.visibility</p:attrName>
                                        </p:attrNameLst>
                                      </p:cBhvr>
                                      <p:to>
                                        <p:strVal val="visible"/>
                                      </p:to>
                                    </p:set>
                                    <p:anim calcmode="lin" valueType="num">
                                      <p:cBhvr additive="base">
                                        <p:cTn dur="1000"/>
                                        <p:tgtEl>
                                          <p:spTgt spid="77"/>
                                        </p:tgtEl>
                                        <p:attrNameLst>
                                          <p:attrName>ppt_w</p:attrName>
                                        </p:attrNameLst>
                                      </p:cBhvr>
                                      <p:tavLst>
                                        <p:tav fmla="" tm="0">
                                          <p:val>
                                            <p:strVal val="0"/>
                                          </p:val>
                                        </p:tav>
                                        <p:tav fmla="" tm="100000">
                                          <p:val>
                                            <p:strVal val="#ppt_w"/>
                                          </p:val>
                                        </p:tav>
                                      </p:tavLst>
                                    </p:anim>
                                    <p:anim calcmode="lin" valueType="num">
                                      <p:cBhvr additive="base">
                                        <p:cTn dur="1000"/>
                                        <p:tgtEl>
                                          <p:spTgt spid="7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1000" fill="hold"/>
                                        <p:tgtEl>
                                          <p:spTgt spid="77"/>
                                        </p:tgtEl>
                                        <p:attrNameLst>
                                          <p:attrName>r</p:attrName>
                                        </p:attrNameLst>
                                      </p:cBhvr>
                                    </p:animRot>
                                  </p:childTnLst>
                                </p:cTn>
                              </p:par>
                              <p:par>
                                <p:cTn fill="hold" nodeType="withEffect" presetClass="exit" presetID="23" presetSubtype="32">
                                  <p:stCondLst>
                                    <p:cond delay="0"/>
                                  </p:stCondLst>
                                  <p:childTnLst>
                                    <p:anim calcmode="lin" valueType="num">
                                      <p:cBhvr additive="base">
                                        <p:cTn dur="1000"/>
                                        <p:tgtEl>
                                          <p:spTgt spid="77"/>
                                        </p:tgtEl>
                                        <p:attrNameLst>
                                          <p:attrName>ppt_w</p:attrName>
                                        </p:attrNameLst>
                                      </p:cBhvr>
                                      <p:tavLst>
                                        <p:tav fmla="" tm="0">
                                          <p:val>
                                            <p:strVal val="#ppt_w"/>
                                          </p:val>
                                        </p:tav>
                                        <p:tav fmla="" tm="100000">
                                          <p:val>
                                            <p:strVal val="0"/>
                                          </p:val>
                                        </p:tav>
                                      </p:tavLst>
                                    </p:anim>
                                    <p:anim calcmode="lin" valueType="num">
                                      <p:cBhvr additive="base">
                                        <p:cTn dur="1000"/>
                                        <p:tgtEl>
                                          <p:spTgt spid="77"/>
                                        </p:tgtEl>
                                        <p:attrNameLst>
                                          <p:attrName>ppt_h</p:attrName>
                                        </p:attrNameLst>
                                      </p:cBhvr>
                                      <p:tavLst>
                                        <p:tav fmla="" tm="0">
                                          <p:val>
                                            <p:strVal val="#ppt_h"/>
                                          </p:val>
                                        </p:tav>
                                        <p:tav fmla="" tm="100000">
                                          <p:val>
                                            <p:strVal val="0"/>
                                          </p:val>
                                        </p:tav>
                                      </p:tavLst>
                                    </p:anim>
                                    <p:set>
                                      <p:cBhvr>
                                        <p:cTn dur="1" fill="hold">
                                          <p:stCondLst>
                                            <p:cond delay="1000"/>
                                          </p:stCondLst>
                                        </p:cTn>
                                        <p:tgtEl>
                                          <p:spTgt spid="7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1" name="Shape 81"/>
        <p:cNvGrpSpPr/>
        <p:nvPr/>
      </p:nvGrpSpPr>
      <p:grpSpPr>
        <a:xfrm>
          <a:off x="0" y="0"/>
          <a:ext cx="0" cy="0"/>
          <a:chOff x="0" y="0"/>
          <a:chExt cx="0" cy="0"/>
        </a:xfrm>
      </p:grpSpPr>
      <p:sp>
        <p:nvSpPr>
          <p:cNvPr id="82" name="Google Shape;82;p17"/>
          <p:cNvSpPr txBox="1"/>
          <p:nvPr>
            <p:ph type="title"/>
          </p:nvPr>
        </p:nvSpPr>
        <p:spPr>
          <a:xfrm>
            <a:off x="490250" y="526350"/>
            <a:ext cx="79725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latin typeface="Anonymous Pro"/>
                <a:ea typeface="Anonymous Pro"/>
                <a:cs typeface="Anonymous Pro"/>
                <a:sym typeface="Anonymous Pro"/>
              </a:rPr>
              <a:t>Jonas, the </a:t>
            </a:r>
            <a:r>
              <a:rPr lang="en" sz="2400">
                <a:latin typeface="Anonymous Pro"/>
                <a:ea typeface="Anonymous Pro"/>
                <a:cs typeface="Anonymous Pro"/>
                <a:sym typeface="Anonymous Pro"/>
              </a:rPr>
              <a:t>protagonist</a:t>
            </a:r>
            <a:r>
              <a:rPr lang="en" sz="2400">
                <a:latin typeface="Anonymous Pro"/>
                <a:ea typeface="Anonymous Pro"/>
                <a:cs typeface="Anonymous Pro"/>
                <a:sym typeface="Anonymous Pro"/>
              </a:rPr>
              <a:t> in this story, lives in a world where there is no freedom. The government controls what job you get, who you marry, and they even decide whether or not they let you become a family unit! Jonas learns that there is another way to live, one that allows feelings, when he is selected to be the next person to hold all of the communities’ memories of wisdom.</a:t>
            </a:r>
            <a:endParaRPr sz="2400">
              <a:latin typeface="Anonymous Pro"/>
              <a:ea typeface="Anonymous Pro"/>
              <a:cs typeface="Anonymous Pro"/>
              <a:sym typeface="Anonymous Pro"/>
            </a:endParaRPr>
          </a:p>
        </p:txBody>
      </p:sp>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1">
                                  <p:stCondLst>
                                    <p:cond delay="0"/>
                                  </p:stCondLst>
                                  <p:childTnLst>
                                    <p:anim calcmode="lin" valueType="num">
                                      <p:cBhvr additive="base">
                                        <p:cTn dur="500"/>
                                        <p:tgtEl>
                                          <p:spTgt spid="82"/>
                                        </p:tgtEl>
                                        <p:attrNameLst>
                                          <p:attrName>ppt_y</p:attrName>
                                        </p:attrNameLst>
                                      </p:cBhvr>
                                      <p:tavLst>
                                        <p:tav fmla="" tm="0">
                                          <p:val>
                                            <p:strVal val="#ppt_y"/>
                                          </p:val>
                                        </p:tav>
                                        <p:tav fmla="" tm="100000">
                                          <p:val>
                                            <p:strVal val="#ppt_y-1"/>
                                          </p:val>
                                        </p:tav>
                                      </p:tavLst>
                                    </p:anim>
                                    <p:set>
                                      <p:cBhvr>
                                        <p:cTn dur="1" fill="hold">
                                          <p:stCondLst>
                                            <p:cond delay="500"/>
                                          </p:stCondLst>
                                        </p:cTn>
                                        <p:tgtEl>
                                          <p:spTgt spid="8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blipFill>
          <a:blip r:embed="rId3">
            <a:alphaModFix/>
          </a:blip>
          <a:stretch>
            <a:fillRect/>
          </a:stretch>
        </a:blipFill>
      </p:bgPr>
    </p:bg>
    <p:spTree>
      <p:nvGrpSpPr>
        <p:cNvPr id="86" name="Shape 86"/>
        <p:cNvGrpSpPr/>
        <p:nvPr/>
      </p:nvGrpSpPr>
      <p:grpSpPr>
        <a:xfrm>
          <a:off x="0" y="0"/>
          <a:ext cx="0" cy="0"/>
          <a:chOff x="0" y="0"/>
          <a:chExt cx="0" cy="0"/>
        </a:xfrm>
      </p:grpSpPr>
      <p:sp>
        <p:nvSpPr>
          <p:cNvPr id="87" name="Google Shape;87;p18"/>
          <p:cNvSpPr txBox="1"/>
          <p:nvPr>
            <p:ph type="title"/>
          </p:nvPr>
        </p:nvSpPr>
        <p:spPr>
          <a:xfrm>
            <a:off x="311700" y="292850"/>
            <a:ext cx="8520600" cy="80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6000">
                <a:solidFill>
                  <a:srgbClr val="FFFFFF"/>
                </a:solidFill>
              </a:rPr>
              <a:t>Other Books in this series</a:t>
            </a:r>
            <a:endParaRPr sz="6000">
              <a:solidFill>
                <a:srgbClr val="FFFFFF"/>
              </a:solidFill>
            </a:endParaRPr>
          </a:p>
        </p:txBody>
      </p:sp>
      <p:sp>
        <p:nvSpPr>
          <p:cNvPr id="88" name="Google Shape;88;p18"/>
          <p:cNvSpPr txBox="1"/>
          <p:nvPr>
            <p:ph idx="1" type="body"/>
          </p:nvPr>
        </p:nvSpPr>
        <p:spPr>
          <a:xfrm>
            <a:off x="311700" y="1529575"/>
            <a:ext cx="8520600" cy="33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00FF00"/>
                </a:solidFill>
              </a:rPr>
              <a:t>Gathering Blue</a:t>
            </a:r>
            <a:endParaRPr sz="4800">
              <a:solidFill>
                <a:srgbClr val="00FF00"/>
              </a:solidFill>
            </a:endParaRPr>
          </a:p>
          <a:p>
            <a:pPr indent="0" lvl="0" marL="0" rtl="0" algn="l">
              <a:spcBef>
                <a:spcPts val="1600"/>
              </a:spcBef>
              <a:spcAft>
                <a:spcPts val="0"/>
              </a:spcAft>
              <a:buNone/>
            </a:pPr>
            <a:r>
              <a:rPr lang="en" sz="4800">
                <a:solidFill>
                  <a:srgbClr val="00FF00"/>
                </a:solidFill>
              </a:rPr>
              <a:t>Messenger</a:t>
            </a:r>
            <a:endParaRPr sz="4800">
              <a:solidFill>
                <a:srgbClr val="00FF00"/>
              </a:solidFill>
            </a:endParaRPr>
          </a:p>
          <a:p>
            <a:pPr indent="0" lvl="0" marL="0" rtl="0" algn="l">
              <a:spcBef>
                <a:spcPts val="1600"/>
              </a:spcBef>
              <a:spcAft>
                <a:spcPts val="1600"/>
              </a:spcAft>
              <a:buNone/>
            </a:pPr>
            <a:r>
              <a:rPr lang="en" sz="4800">
                <a:solidFill>
                  <a:srgbClr val="00FF00"/>
                </a:solidFill>
              </a:rPr>
              <a:t>Son</a:t>
            </a:r>
            <a:endParaRPr sz="4800">
              <a:solidFill>
                <a:srgbClr val="00FF00"/>
              </a:solidFill>
            </a:endParaRPr>
          </a:p>
        </p:txBody>
      </p:sp>
      <p:pic>
        <p:nvPicPr>
          <p:cNvPr id="89" name="Google Shape;89;p18"/>
          <p:cNvPicPr preferRelativeResize="0"/>
          <p:nvPr/>
        </p:nvPicPr>
        <p:blipFill>
          <a:blip r:embed="rId4">
            <a:alphaModFix/>
          </a:blip>
          <a:stretch>
            <a:fillRect/>
          </a:stretch>
        </p:blipFill>
        <p:spPr>
          <a:xfrm>
            <a:off x="7336525" y="76575"/>
            <a:ext cx="1585900" cy="2376474"/>
          </a:xfrm>
          <a:prstGeom prst="rect">
            <a:avLst/>
          </a:prstGeom>
          <a:noFill/>
          <a:ln>
            <a:noFill/>
          </a:ln>
        </p:spPr>
      </p:pic>
      <p:pic>
        <p:nvPicPr>
          <p:cNvPr id="90" name="Google Shape;90;p18"/>
          <p:cNvPicPr preferRelativeResize="0"/>
          <p:nvPr/>
        </p:nvPicPr>
        <p:blipFill>
          <a:blip r:embed="rId5">
            <a:alphaModFix/>
          </a:blip>
          <a:stretch>
            <a:fillRect/>
          </a:stretch>
        </p:blipFill>
        <p:spPr>
          <a:xfrm>
            <a:off x="3929075" y="2571750"/>
            <a:ext cx="1585900" cy="2384756"/>
          </a:xfrm>
          <a:prstGeom prst="rect">
            <a:avLst/>
          </a:prstGeom>
          <a:noFill/>
          <a:ln>
            <a:noFill/>
          </a:ln>
        </p:spPr>
      </p:pic>
      <p:pic>
        <p:nvPicPr>
          <p:cNvPr id="91" name="Google Shape;91;p18"/>
          <p:cNvPicPr preferRelativeResize="0"/>
          <p:nvPr/>
        </p:nvPicPr>
        <p:blipFill>
          <a:blip r:embed="rId6">
            <a:alphaModFix/>
          </a:blip>
          <a:stretch>
            <a:fillRect/>
          </a:stretch>
        </p:blipFill>
        <p:spPr>
          <a:xfrm>
            <a:off x="5750619" y="2571750"/>
            <a:ext cx="1585900" cy="2381231"/>
          </a:xfrm>
          <a:prstGeom prst="rect">
            <a:avLst/>
          </a:prstGeom>
          <a:noFill/>
          <a:ln>
            <a:noFill/>
          </a:ln>
        </p:spPr>
      </p:pic>
      <p:pic>
        <p:nvPicPr>
          <p:cNvPr id="92" name="Google Shape;92;p18"/>
          <p:cNvPicPr preferRelativeResize="0"/>
          <p:nvPr/>
        </p:nvPicPr>
        <p:blipFill>
          <a:blip r:embed="rId7">
            <a:alphaModFix/>
          </a:blip>
          <a:stretch>
            <a:fillRect/>
          </a:stretch>
        </p:blipFill>
        <p:spPr>
          <a:xfrm>
            <a:off x="7471375" y="2571750"/>
            <a:ext cx="1585900" cy="2376474"/>
          </a:xfrm>
          <a:prstGeom prst="rect">
            <a:avLst/>
          </a:prstGeom>
          <a:noFill/>
          <a:ln>
            <a:noFill/>
          </a:ln>
        </p:spPr>
      </p:pic>
    </p:spTree>
  </p:cSld>
  <p:clrMapOvr>
    <a:masterClrMapping/>
  </p:clrMapOvr>
  <mc:AlternateContent>
    <mc:Choice Requires="p14">
      <p:transition spd="slow" p14:dur="1000">
        <p:push dir="r"/>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88"/>
                                        </p:tgtEl>
                                        <p:attrNameLst>
                                          <p:attrName>style.visibility</p:attrName>
                                        </p:attrNameLst>
                                      </p:cBhvr>
                                      <p:to>
                                        <p:strVal val="visible"/>
                                      </p:to>
                                    </p:set>
                                    <p:anim calcmode="lin" valueType="num">
                                      <p:cBhvr additive="base">
                                        <p:cTn dur="1000"/>
                                        <p:tgtEl>
                                          <p:spTgt spid="88"/>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89"/>
                                        </p:tgtEl>
                                        <p:attrNameLst>
                                          <p:attrName>style.visibility</p:attrName>
                                        </p:attrNameLst>
                                      </p:cBhvr>
                                      <p:to>
                                        <p:strVal val="visible"/>
                                      </p:to>
                                    </p:set>
                                    <p:anim calcmode="lin" valueType="num">
                                      <p:cBhvr additive="base">
                                        <p:cTn dur="500"/>
                                        <p:tgtEl>
                                          <p:spTgt spid="89"/>
                                        </p:tgtEl>
                                        <p:attrNameLst>
                                          <p:attrName>ppt_w</p:attrName>
                                        </p:attrNameLst>
                                      </p:cBhvr>
                                      <p:tavLst>
                                        <p:tav fmla="" tm="0">
                                          <p:val>
                                            <p:strVal val="0"/>
                                          </p:val>
                                        </p:tav>
                                        <p:tav fmla="" tm="100000">
                                          <p:val>
                                            <p:strVal val="#ppt_w"/>
                                          </p:val>
                                        </p:tav>
                                      </p:tavLst>
                                    </p:anim>
                                    <p:anim calcmode="lin" valueType="num">
                                      <p:cBhvr additive="base">
                                        <p:cTn dur="500"/>
                                        <p:tgtEl>
                                          <p:spTgt spid="89"/>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90"/>
                                        </p:tgtEl>
                                        <p:attrNameLst>
                                          <p:attrName>style.visibility</p:attrName>
                                        </p:attrNameLst>
                                      </p:cBhvr>
                                      <p:to>
                                        <p:strVal val="visible"/>
                                      </p:to>
                                    </p:set>
                                    <p:anim calcmode="lin" valueType="num">
                                      <p:cBhvr additive="base">
                                        <p:cTn dur="500"/>
                                        <p:tgtEl>
                                          <p:spTgt spid="90"/>
                                        </p:tgtEl>
                                        <p:attrNameLst>
                                          <p:attrName>ppt_w</p:attrName>
                                        </p:attrNameLst>
                                      </p:cBhvr>
                                      <p:tavLst>
                                        <p:tav fmla="" tm="0">
                                          <p:val>
                                            <p:strVal val="0"/>
                                          </p:val>
                                        </p:tav>
                                        <p:tav fmla="" tm="100000">
                                          <p:val>
                                            <p:strVal val="#ppt_w"/>
                                          </p:val>
                                        </p:tav>
                                      </p:tavLst>
                                    </p:anim>
                                    <p:anim calcmode="lin" valueType="num">
                                      <p:cBhvr additive="base">
                                        <p:cTn dur="500"/>
                                        <p:tgtEl>
                                          <p:spTgt spid="90"/>
                                        </p:tgtEl>
                                        <p:attrNameLst>
                                          <p:attrName>ppt_h</p:attrName>
                                        </p:attrNameLst>
                                      </p:cBhvr>
                                      <p:tavLst>
                                        <p:tav fmla="" tm="0">
                                          <p:val>
                                            <p:strVal val="0"/>
                                          </p:val>
                                        </p:tav>
                                        <p:tav fmla="" tm="100000">
                                          <p:val>
                                            <p:strVal val="#ppt_h"/>
                                          </p:val>
                                        </p:tav>
                                      </p:tavLst>
                                    </p:anim>
                                  </p:childTnLst>
                                </p:cTn>
                              </p:par>
                            </p:childTnLst>
                          </p:cTn>
                        </p:par>
                        <p:par>
                          <p:cTn fill="hold">
                            <p:stCondLst>
                              <p:cond delay="2000"/>
                            </p:stCondLst>
                            <p:childTnLst>
                              <p:par>
                                <p:cTn fill="hold" nodeType="afterEffect" presetClass="entr" presetID="23" presetSubtype="16">
                                  <p:stCondLst>
                                    <p:cond delay="0"/>
                                  </p:stCondLst>
                                  <p:childTnLst>
                                    <p:set>
                                      <p:cBhvr>
                                        <p:cTn dur="1" fill="hold">
                                          <p:stCondLst>
                                            <p:cond delay="0"/>
                                          </p:stCondLst>
                                        </p:cTn>
                                        <p:tgtEl>
                                          <p:spTgt spid="91"/>
                                        </p:tgtEl>
                                        <p:attrNameLst>
                                          <p:attrName>style.visibility</p:attrName>
                                        </p:attrNameLst>
                                      </p:cBhvr>
                                      <p:to>
                                        <p:strVal val="visible"/>
                                      </p:to>
                                    </p:set>
                                    <p:anim calcmode="lin" valueType="num">
                                      <p:cBhvr additive="base">
                                        <p:cTn dur="500"/>
                                        <p:tgtEl>
                                          <p:spTgt spid="91"/>
                                        </p:tgtEl>
                                        <p:attrNameLst>
                                          <p:attrName>ppt_w</p:attrName>
                                        </p:attrNameLst>
                                      </p:cBhvr>
                                      <p:tavLst>
                                        <p:tav fmla="" tm="0">
                                          <p:val>
                                            <p:strVal val="0"/>
                                          </p:val>
                                        </p:tav>
                                        <p:tav fmla="" tm="100000">
                                          <p:val>
                                            <p:strVal val="#ppt_w"/>
                                          </p:val>
                                        </p:tav>
                                      </p:tavLst>
                                    </p:anim>
                                    <p:anim calcmode="lin" valueType="num">
                                      <p:cBhvr additive="base">
                                        <p:cTn dur="500"/>
                                        <p:tgtEl>
                                          <p:spTgt spid="91"/>
                                        </p:tgtEl>
                                        <p:attrNameLst>
                                          <p:attrName>ppt_h</p:attrName>
                                        </p:attrNameLst>
                                      </p:cBhvr>
                                      <p:tavLst>
                                        <p:tav fmla="" tm="0">
                                          <p:val>
                                            <p:strVal val="0"/>
                                          </p:val>
                                        </p:tav>
                                        <p:tav fmla="" tm="100000">
                                          <p:val>
                                            <p:strVal val="#ppt_h"/>
                                          </p:val>
                                        </p:tav>
                                      </p:tavLst>
                                    </p:anim>
                                  </p:childTnLst>
                                </p:cTn>
                              </p:par>
                            </p:childTnLst>
                          </p:cTn>
                        </p:par>
                        <p:par>
                          <p:cTn fill="hold">
                            <p:stCondLst>
                              <p:cond delay="2500"/>
                            </p:stCondLst>
                            <p:childTnLst>
                              <p:par>
                                <p:cTn fill="hold" nodeType="afterEffect" presetClass="entr" presetID="23" presetSubtype="16">
                                  <p:stCondLst>
                                    <p:cond delay="0"/>
                                  </p:stCondLst>
                                  <p:childTnLst>
                                    <p:set>
                                      <p:cBhvr>
                                        <p:cTn dur="1" fill="hold">
                                          <p:stCondLst>
                                            <p:cond delay="0"/>
                                          </p:stCondLst>
                                        </p:cTn>
                                        <p:tgtEl>
                                          <p:spTgt spid="92"/>
                                        </p:tgtEl>
                                        <p:attrNameLst>
                                          <p:attrName>style.visibility</p:attrName>
                                        </p:attrNameLst>
                                      </p:cBhvr>
                                      <p:to>
                                        <p:strVal val="visible"/>
                                      </p:to>
                                    </p:set>
                                    <p:anim calcmode="lin" valueType="num">
                                      <p:cBhvr additive="base">
                                        <p:cTn dur="500"/>
                                        <p:tgtEl>
                                          <p:spTgt spid="92"/>
                                        </p:tgtEl>
                                        <p:attrNameLst>
                                          <p:attrName>ppt_w</p:attrName>
                                        </p:attrNameLst>
                                      </p:cBhvr>
                                      <p:tavLst>
                                        <p:tav fmla="" tm="0">
                                          <p:val>
                                            <p:strVal val="0"/>
                                          </p:val>
                                        </p:tav>
                                        <p:tav fmla="" tm="100000">
                                          <p:val>
                                            <p:strVal val="#ppt_w"/>
                                          </p:val>
                                        </p:tav>
                                      </p:tavLst>
                                    </p:anim>
                                    <p:anim calcmode="lin" valueType="num">
                                      <p:cBhvr additive="base">
                                        <p:cTn dur="500"/>
                                        <p:tgtEl>
                                          <p:spTgt spid="9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6" name="Shape 96"/>
        <p:cNvGrpSpPr/>
        <p:nvPr/>
      </p:nvGrpSpPr>
      <p:grpSpPr>
        <a:xfrm>
          <a:off x="0" y="0"/>
          <a:ext cx="0" cy="0"/>
          <a:chOff x="0" y="0"/>
          <a:chExt cx="0" cy="0"/>
        </a:xfrm>
      </p:grpSpPr>
      <p:sp>
        <p:nvSpPr>
          <p:cNvPr id="97" name="Google Shape;97;p19"/>
          <p:cNvSpPr txBox="1"/>
          <p:nvPr>
            <p:ph type="title"/>
          </p:nvPr>
        </p:nvSpPr>
        <p:spPr>
          <a:xfrm>
            <a:off x="265500" y="1081400"/>
            <a:ext cx="4045200" cy="1710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Meet the author</a:t>
            </a:r>
            <a:endParaRPr/>
          </a:p>
        </p:txBody>
      </p:sp>
      <p:sp>
        <p:nvSpPr>
          <p:cNvPr id="98" name="Google Shape;98;p19"/>
          <p:cNvSpPr txBox="1"/>
          <p:nvPr>
            <p:ph idx="1" type="subTitle"/>
          </p:nvPr>
        </p:nvSpPr>
        <p:spPr>
          <a:xfrm>
            <a:off x="265500" y="2845223"/>
            <a:ext cx="4045200" cy="134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Lois Lowry</a:t>
            </a:r>
            <a:endParaRPr/>
          </a:p>
        </p:txBody>
      </p:sp>
      <p:sp>
        <p:nvSpPr>
          <p:cNvPr id="99" name="Google Shape;99;p1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rPr lang="en"/>
              <a:t>Lois Lowry is a children’s writer, and has won numerous Newbery Honor Awards on many of her books, including </a:t>
            </a:r>
            <a:r>
              <a:rPr i="1" lang="en"/>
              <a:t>The Giver</a:t>
            </a:r>
            <a:r>
              <a:rPr lang="en"/>
              <a:t> and </a:t>
            </a:r>
            <a:r>
              <a:rPr i="1" lang="en"/>
              <a:t>Number the Stars</a:t>
            </a:r>
            <a:r>
              <a:rPr lang="en"/>
              <a:t>. She has also written many picture book series, including </a:t>
            </a:r>
            <a:r>
              <a:rPr i="1" lang="en"/>
              <a:t>Gooney Bird</a:t>
            </a:r>
            <a:r>
              <a:rPr lang="en"/>
              <a:t> and </a:t>
            </a:r>
            <a:r>
              <a:rPr i="1" lang="en"/>
              <a:t>Anastasia</a:t>
            </a:r>
            <a:r>
              <a:rPr lang="en"/>
              <a:t>.</a:t>
            </a:r>
            <a:endParaRPr/>
          </a:p>
        </p:txBody>
      </p:sp>
      <p:pic>
        <p:nvPicPr>
          <p:cNvPr id="100" name="Google Shape;100;p19"/>
          <p:cNvPicPr preferRelativeResize="0"/>
          <p:nvPr/>
        </p:nvPicPr>
        <p:blipFill>
          <a:blip r:embed="rId3">
            <a:alphaModFix/>
          </a:blip>
          <a:stretch>
            <a:fillRect/>
          </a:stretch>
        </p:blipFill>
        <p:spPr>
          <a:xfrm>
            <a:off x="3285750" y="112850"/>
            <a:ext cx="1194300" cy="1791300"/>
          </a:xfrm>
          <a:prstGeom prst="ellipse">
            <a:avLst/>
          </a:prstGeom>
          <a:noFill/>
          <a:ln>
            <a:noFill/>
          </a:ln>
          <a:effectLst>
            <a:outerShdw blurRad="57150" rotWithShape="0" algn="bl" dir="5400000" dist="19050">
              <a:srgbClr val="000000"/>
            </a:outerShdw>
          </a:effectLst>
        </p:spPr>
      </p:pic>
      <p:pic>
        <p:nvPicPr>
          <p:cNvPr id="101" name="Google Shape;101;p19"/>
          <p:cNvPicPr preferRelativeResize="0"/>
          <p:nvPr/>
        </p:nvPicPr>
        <p:blipFill>
          <a:blip r:embed="rId4">
            <a:alphaModFix/>
          </a:blip>
          <a:stretch>
            <a:fillRect/>
          </a:stretch>
        </p:blipFill>
        <p:spPr>
          <a:xfrm>
            <a:off x="126950" y="2791700"/>
            <a:ext cx="1379650" cy="2259759"/>
          </a:xfrm>
          <a:prstGeom prst="rect">
            <a:avLst/>
          </a:prstGeom>
          <a:noFill/>
          <a:ln>
            <a:noFill/>
          </a:ln>
        </p:spPr>
      </p:pic>
    </p:spTree>
  </p:cSld>
  <p:clrMapOvr>
    <a:masterClrMapping/>
  </p:clrMapOvr>
  <mc:AlternateContent>
    <mc:Choice Requires="p14">
      <p:transition spd="slow" p14:dur="25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99"/>
                                        </p:tgtEl>
                                        <p:attrNameLst>
                                          <p:attrName>style.visibility</p:attrName>
                                        </p:attrNameLst>
                                      </p:cBhvr>
                                      <p:to>
                                        <p:strVal val="visible"/>
                                      </p:to>
                                    </p:set>
                                    <p:anim calcmode="lin" valueType="num">
                                      <p:cBhvr additive="base">
                                        <p:cTn dur="1000"/>
                                        <p:tgtEl>
                                          <p:spTgt spid="99"/>
                                        </p:tgtEl>
                                        <p:attrNameLst>
                                          <p:attrName>ppt_y</p:attrName>
                                        </p:attrNameLst>
                                      </p:cBhvr>
                                      <p:tavLst>
                                        <p:tav fmla="" tm="0">
                                          <p:val>
                                            <p:strVal val="#ppt_y-1"/>
                                          </p:val>
                                        </p:tav>
                                        <p:tav fmla="" tm="100000">
                                          <p:val>
                                            <p:strVal val="#ppt_y"/>
                                          </p:val>
                                        </p:tav>
                                      </p:tavLst>
                                    </p:anim>
                                  </p:childTnLst>
                                </p:cTn>
                              </p:par>
                              <p:par>
                                <p:cTn fill="hold" nodeType="withEffect" presetClass="emph" presetID="8" presetSubtype="0">
                                  <p:stCondLst>
                                    <p:cond delay="0"/>
                                  </p:stCondLst>
                                  <p:childTnLst>
                                    <p:animRot by="-21600000">
                                      <p:cBhvr>
                                        <p:cTn dur="1000" fill="hold"/>
                                        <p:tgtEl>
                                          <p:spTgt spid="99"/>
                                        </p:tgtEl>
                                        <p:attrNameLst>
                                          <p:attrName>r</p:attrName>
                                        </p:attrNameLst>
                                      </p:cBhvr>
                                    </p:animRot>
                                  </p:childTnLst>
                                </p:cTn>
                              </p:par>
                              <p:par>
                                <p:cTn fill="hold" nodeType="withEffect" presetClass="entr" presetID="2" presetSubtype="8">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1000"/>
                                        <p:tgtEl>
                                          <p:spTgt spid="10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gtEl>
                                        <p:attrNameLst>
                                          <p:attrName>style.visibility</p:attrName>
                                        </p:attrNameLst>
                                      </p:cBhvr>
                                      <p:to>
                                        <p:strVal val="visible"/>
                                      </p:to>
                                    </p:set>
                                    <p:anim calcmode="lin" valueType="num">
                                      <p:cBhvr additive="base">
                                        <p:cTn dur="1000"/>
                                        <p:tgtEl>
                                          <p:spTgt spid="10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265500" y="1081400"/>
            <a:ext cx="4045200" cy="1710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Quick Stats</a:t>
            </a:r>
            <a:endParaRPr/>
          </a:p>
        </p:txBody>
      </p:sp>
      <p:sp>
        <p:nvSpPr>
          <p:cNvPr id="107" name="Google Shape;107;p20"/>
          <p:cNvSpPr txBox="1"/>
          <p:nvPr>
            <p:ph idx="1" type="subTitle"/>
          </p:nvPr>
        </p:nvSpPr>
        <p:spPr>
          <a:xfrm>
            <a:off x="265500" y="2845223"/>
            <a:ext cx="4045200" cy="134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Quick Stats about the book</a:t>
            </a:r>
            <a:endParaRPr/>
          </a:p>
        </p:txBody>
      </p:sp>
      <p:sp>
        <p:nvSpPr>
          <p:cNvPr id="108" name="Google Shape;108;p20"/>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Pricing: (Amazon Prices) New - $15.99              Used - $9.99</a:t>
            </a:r>
            <a:endParaRPr/>
          </a:p>
          <a:p>
            <a:pPr indent="0" lvl="0" marL="0" rtl="0" algn="l">
              <a:spcBef>
                <a:spcPts val="1600"/>
              </a:spcBef>
              <a:spcAft>
                <a:spcPts val="1600"/>
              </a:spcAft>
              <a:buNone/>
            </a:pPr>
            <a:r>
              <a:rPr lang="en"/>
              <a:t>Recommended</a:t>
            </a:r>
            <a:r>
              <a:rPr lang="en"/>
              <a:t> age for reading this book: 12+</a:t>
            </a:r>
            <a:endParaRPr/>
          </a:p>
        </p:txBody>
      </p:sp>
    </p:spTree>
  </p:cSld>
  <p:clrMapOvr>
    <a:masterClrMapping/>
  </p:clrMapOvr>
  <mc:AlternateContent>
    <mc:Choice Requires="p14">
      <p:transition spd="slow" p14:dur="10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1000"/>
                                        <p:tgtEl>
                                          <p:spTgt spid="107"/>
                                        </p:tgtEl>
                                      </p:cBhvr>
                                    </p:animEffect>
                                  </p:childTnLst>
                                </p:cTn>
                              </p:par>
                              <p:par>
                                <p:cTn fill="hold" nodeType="withEffect" presetClass="entr" presetID="2" presetSubtype="2">
                                  <p:stCondLst>
                                    <p:cond delay="0"/>
                                  </p:stCondLst>
                                  <p:childTnLst>
                                    <p:set>
                                      <p:cBhvr>
                                        <p:cTn dur="1" fill="hold">
                                          <p:stCondLst>
                                            <p:cond delay="0"/>
                                          </p:stCondLst>
                                        </p:cTn>
                                        <p:tgtEl>
                                          <p:spTgt spid="108"/>
                                        </p:tgtEl>
                                        <p:attrNameLst>
                                          <p:attrName>style.visibility</p:attrName>
                                        </p:attrNameLst>
                                      </p:cBhvr>
                                      <p:to>
                                        <p:strVal val="visible"/>
                                      </p:to>
                                    </p:set>
                                    <p:anim calcmode="lin" valueType="num">
                                      <p:cBhvr additive="base">
                                        <p:cTn dur="1000"/>
                                        <p:tgtEl>
                                          <p:spTgt spid="10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2" name="Shape 112"/>
        <p:cNvGrpSpPr/>
        <p:nvPr/>
      </p:nvGrpSpPr>
      <p:grpSpPr>
        <a:xfrm>
          <a:off x="0" y="0"/>
          <a:ext cx="0" cy="0"/>
          <a:chOff x="0" y="0"/>
          <a:chExt cx="0" cy="0"/>
        </a:xfrm>
      </p:grpSpPr>
      <p:sp>
        <p:nvSpPr>
          <p:cNvPr id="113" name="Google Shape;113;p21"/>
          <p:cNvSpPr txBox="1"/>
          <p:nvPr>
            <p:ph type="ctrTitle"/>
          </p:nvPr>
        </p:nvSpPr>
        <p:spPr>
          <a:xfrm>
            <a:off x="311700" y="392150"/>
            <a:ext cx="8520600" cy="2690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Thank you for listening!</a:t>
            </a:r>
            <a:endParaRPr/>
          </a:p>
        </p:txBody>
      </p:sp>
      <p:sp>
        <p:nvSpPr>
          <p:cNvPr id="114" name="Google Shape;114;p21"/>
          <p:cNvSpPr txBox="1"/>
          <p:nvPr>
            <p:ph idx="1" type="subTitle"/>
          </p:nvPr>
        </p:nvSpPr>
        <p:spPr>
          <a:xfrm>
            <a:off x="311700" y="3890400"/>
            <a:ext cx="8520600" cy="70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If you have any questions, feel free to ask!</a:t>
            </a:r>
            <a:endParaRPr/>
          </a:p>
        </p:txBody>
      </p:sp>
    </p:spTree>
  </p:cSld>
  <p:clrMapOvr>
    <a:masterClrMapping/>
  </p:clrMapOvr>
  <mc:AlternateContent>
    <mc:Choice Requires="p14">
      <p:transition spd="slow" p14:dur="10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mph" presetID="8" presetSubtype="0">
                                  <p:stCondLst>
                                    <p:cond delay="0"/>
                                  </p:stCondLst>
                                  <p:childTnLst>
                                    <p:animRot by="-21600000">
                                      <p:cBhvr>
                                        <p:cTn dur="1000" fill="hold"/>
                                        <p:tgtEl>
                                          <p:spTgt spid="114"/>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000000"/>
        </a:solidFill>
      </p:bgPr>
    </p:bg>
    <p:spTree>
      <p:nvGrpSpPr>
        <p:cNvPr id="118" name="Shape 118"/>
        <p:cNvGrpSpPr/>
        <p:nvPr/>
      </p:nvGrpSpPr>
      <p:grpSpPr>
        <a:xfrm>
          <a:off x="0" y="0"/>
          <a:ext cx="0" cy="0"/>
          <a:chOff x="0" y="0"/>
          <a:chExt cx="0" cy="0"/>
        </a:xfrm>
      </p:grpSpPr>
      <p:sp>
        <p:nvSpPr>
          <p:cNvPr id="119" name="Google Shape;119;p22"/>
          <p:cNvSpPr txBox="1"/>
          <p:nvPr>
            <p:ph type="title"/>
          </p:nvPr>
        </p:nvSpPr>
        <p:spPr>
          <a:xfrm>
            <a:off x="-25" y="0"/>
            <a:ext cx="9144000" cy="5143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End of slideshow, press esc to exit</a:t>
            </a:r>
            <a:endParaRPr/>
          </a:p>
        </p:txBody>
      </p:sp>
    </p:spTree>
  </p:cSld>
  <p:clrMapOvr>
    <a:masterClrMapping/>
  </p:clrMapOvr>
  <mc:AlternateContent>
    <mc:Choice Requires="p14">
      <p:transition spd="slow" p14:dur="1000">
        <p14:flip dir="l"/>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